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RBAL · SPEC-KIT TRAINING · DAY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743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Workflows with Human Gates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35204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Exercises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EE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built-in pipeline, then build your own — a fan-out, a custom agent on MCP, and a reviewer→fixer remediation loop, gated by humans.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1828800" cy="54864"/>
          </a:xfrm>
          <a:prstGeom prst="rect">
            <a:avLst/>
          </a:prstGeom>
          <a:solidFill>
            <a:srgbClr val="F5B23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1 · GOAL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workflow — feel the gates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B67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WANT TO ACHIEVE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11201400" cy="228600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011680"/>
            <a:ext cx="82296" cy="2286000"/>
          </a:xfrm>
          <a:prstGeom prst="rect">
            <a:avLst/>
          </a:prstGeom>
          <a:solidFill>
            <a:srgbClr val="6EA765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1762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shift: operator → supervisor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578608"/>
            <a:ext cx="107442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pipeline that does specify → plan → tasks → implement by itself.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at two human gates — you judge, you don't type every command.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survives a closed terminal — a paused run resumes from the exact step.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no setup beyond one flag — the workflow ships with spec-kit.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1 · DO THIS FIRST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 the headless agent write files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runs Copilot headless. Without this, a step writes nothing — it just asks for approval it can never get.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11201400" cy="1234440"/>
          </a:xfrm>
          <a:prstGeom prst="roundRect">
            <a:avLst>
              <a:gd name="adj" fmla="val 4444"/>
            </a:avLst>
          </a:prstGeom>
          <a:solidFill>
            <a:srgbClr val="1A3D30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157984"/>
            <a:ext cx="10835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$env:SPECKIT_INTEGRATION_COPILOT_EXTRA_ARGS="--allow-all-tools"   # Windows (PowerShell)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 export SPECKIT_INTEGRATION_COPILOT_EXTRA_ARGS="--allow-all-tools"  # macOS / Linux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appends --allow-all-tools to every copilot call in the workflow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474720"/>
            <a:ext cx="5486400" cy="1783080"/>
          </a:xfrm>
          <a:prstGeom prst="rect">
            <a:avLst/>
          </a:prstGeom>
          <a:solidFill>
            <a:srgbClr val="FBEFD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3474720"/>
            <a:ext cx="82296" cy="1783080"/>
          </a:xfrm>
          <a:prstGeom prst="rect">
            <a:avLst/>
          </a:prstGeom>
          <a:solidFill>
            <a:srgbClr val="F5B231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36393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Symptom if you skip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" y="4041648"/>
            <a:ext cx="502920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specify step prints: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 need your approval to create files…"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 specs/ folder never appears —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the workflow still advances to the gate.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3474720"/>
            <a:ext cx="5486400" cy="178308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3474720"/>
            <a:ext cx="82296" cy="1783080"/>
          </a:xfrm>
          <a:prstGeom prst="rect">
            <a:avLst/>
          </a:prstGeom>
          <a:solidFill>
            <a:srgbClr val="2B6751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36393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Banking note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3952" y="4041648"/>
            <a:ext cx="502920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drop the blanket flag.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precise allowlist instead: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--allow-tool nuget...  + read-only token.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— the gate is the safety net.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1 · HOW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it, then practice the gate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201400" cy="1097280"/>
          </a:xfrm>
          <a:prstGeom prst="roundRect">
            <a:avLst>
              <a:gd name="adj" fmla="val 5000"/>
            </a:avLst>
          </a:prstGeom>
          <a:solidFill>
            <a:srgbClr val="1A3D30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655064"/>
            <a:ext cx="1083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specify workflow info speckit</a:t>
            </a:r>
            <a:endParaRPr lang="en-US" sz="13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specify workflow run speckit -i spec="&lt;your feature, plain English&gt;"</a:t>
            </a:r>
            <a:endParaRPr lang="en-US" sz="13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F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runs /specify, then STOPS at gate review-spec (prints run_id)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154680"/>
            <a:ext cx="3611880" cy="224028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54680"/>
            <a:ext cx="82296" cy="2240280"/>
          </a:xfrm>
          <a:prstGeom prst="rect">
            <a:avLst/>
          </a:prstGeom>
          <a:solidFill>
            <a:srgbClr val="6EA765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33192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" y="3721608"/>
            <a:ext cx="315468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artifact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[1] approve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to the next phase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3154680"/>
            <a:ext cx="3611880" cy="224028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3154680"/>
            <a:ext cx="82296" cy="2240280"/>
          </a:xfrm>
          <a:prstGeom prst="rect">
            <a:avLst/>
          </a:prstGeom>
          <a:solidFill>
            <a:srgbClr val="2B6751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33192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FIX-IN-PAUSE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3712" y="3721608"/>
            <a:ext cx="315468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approve yet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file while it waits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approve — fix flows 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3154680"/>
            <a:ext cx="3611880" cy="224028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0" y="3154680"/>
            <a:ext cx="82296" cy="2240280"/>
          </a:xfrm>
          <a:prstGeom prst="rect">
            <a:avLst/>
          </a:prstGeom>
          <a:solidFill>
            <a:srgbClr val="F5B231"/>
          </a:solidFill>
          <a:ln/>
        </p:spPr>
      </p:sp>
      <p:sp>
        <p:nvSpPr>
          <p:cNvPr id="16" name="Text 14"/>
          <p:cNvSpPr/>
          <p:nvPr/>
        </p:nvSpPr>
        <p:spPr>
          <a:xfrm>
            <a:off x="8348472" y="33192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 = ABORT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48472" y="3721608"/>
            <a:ext cx="315468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[2] reject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ends 'aborted'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'fundamentally wrong'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1 · TRY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it on this feature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201400" cy="201168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54480"/>
            <a:ext cx="82296" cy="2011680"/>
          </a:xfrm>
          <a:prstGeom prst="rect">
            <a:avLst/>
          </a:prstGeom>
          <a:solidFill>
            <a:srgbClr val="6EA765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7190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— CHANGE A CARD'S DAILY SPENDING LIMIT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121408"/>
            <a:ext cx="107442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changes the daily spending limit on their card. Increases above a configured ceiling require a second approval. The new limit takes effect on the next business day; same-day spending still uses the old limit. Every change is audit-logged with old value, new value, who and when. Negative or zero limits are rejected. Lost/expired cards are out of scope.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11201400" cy="1783080"/>
          </a:xfrm>
          <a:prstGeom prst="roundRect">
            <a:avLst>
              <a:gd name="adj" fmla="val 3077"/>
            </a:avLst>
          </a:prstGeom>
          <a:solidFill>
            <a:srgbClr val="1A3D30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3941064"/>
            <a:ext cx="10835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specify workflow run speckit -i spec="A customer changes the daily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spending limit on their card; increases above a ceiling need a second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approval; new limit applies next business day, same-day uses old limit;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every change is audit-logged (old, new, who, when); reject zero or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negative limits; lost or expired cards out of scope"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2 · GOAL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own: fan-out + custom agent + a fix loop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is an artifact you design. Your workflow must include: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1201400" cy="260604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057400"/>
            <a:ext cx="82296" cy="2606040"/>
          </a:xfrm>
          <a:prstGeom prst="rect">
            <a:avLst/>
          </a:prstGeom>
          <a:solidFill>
            <a:srgbClr val="6EA765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22199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required ingredients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624328"/>
            <a:ext cx="1074420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human gates at the decision points — and defend why not more.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fan-out that runs a step per item (custom agent, parallel reviews).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agent invoked as a command step (via --agent), not just a prompt.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agent using MCP (NuGet vulnerability audit) before the merge gate.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remediation loop: reviewer finds → developer fixes → reviewer verifies.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2 · THE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steps, in this order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depends on the previous one — MCP must be up before the agent can audit; the agents must exist before the workflow can call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11201400" cy="960120"/>
          </a:xfrm>
          <a:prstGeom prst="roundRect">
            <a:avLst>
              <a:gd name="adj" fmla="val 5714"/>
            </a:avLst>
          </a:prstGeom>
          <a:solidFill>
            <a:srgbClr val="1A3D30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157984"/>
            <a:ext cx="10835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$env:SPECKIT_INTEGRATION_COPILOT_EXTRA_ARGS="--allow-all-tools"   # step 0 — Windows (PowerShell)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 export SPECKIT_INTEGRATION_COPILOT_EXTRA_ARGS="--allow-all-tools"  # step 0 — macOS / Linux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B675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154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3136392"/>
            <a:ext cx="10424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NuGet MCP   </a:t>
            </a:r>
            <a:pPr indent="0" marL="0"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NuGet MCP server (via dnx) and wire it into the Copilot CLI.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886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B675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886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3867912"/>
            <a:ext cx="10424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agents   </a:t>
            </a:r>
            <a:pPr indent="0" marL="0"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speckit.qa-advisor (finds, delegates) + fixer developer (writes code). Files go in .github/agents/.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6177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B675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617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4599432"/>
            <a:ext cx="10424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.yml   </a:t>
            </a:r>
            <a:pPr indent="0" marL="0"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the pipeline (types: command · prompt · fan-out · fan-in · gate · shell), then specify workflow add.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53492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B675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349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5330952"/>
            <a:ext cx="10424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  </a:t>
            </a:r>
            <a:pPr indent="0" marL="0"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workflow run rbal-secure-feature — watch the log for fan-out + MCP + delegation.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2 · THE TARGET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pipeline you're building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steps · 3 human gates · read left → right.  Green = stock spec-kit · ★ = you add this.  You author it as a .yml and register it with  specify workflow add.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630168" cy="233172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920240"/>
            <a:ext cx="82296" cy="2331720"/>
          </a:xfrm>
          <a:prstGeom prst="rect">
            <a:avLst/>
          </a:prstGeom>
          <a:solidFill>
            <a:srgbClr val="6EA76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· SPEC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A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specify</a:t>
            </a:r>
            <a:endParaRPr lang="en-US" sz="14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B67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fan-out: qa-advisor ×2</a:t>
            </a:r>
            <a:endParaRPr lang="en-US" sz="14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F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· edge-cases</a:t>
            </a:r>
            <a:endParaRPr lang="en-US" sz="14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respecify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630168" cy="233172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920240"/>
            <a:ext cx="82296" cy="2331720"/>
          </a:xfrm>
          <a:prstGeom prst="rect">
            <a:avLst/>
          </a:prstGeom>
          <a:solidFill>
            <a:srgbClr val="6EA765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· PLAN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359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A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26280" y="269748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4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</a:t>
            </a:r>
            <a:endParaRPr lang="en-US" sz="14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F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cross-check spec vs plan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1920240"/>
            <a:ext cx="3630168" cy="233172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1920240"/>
            <a:ext cx="82296" cy="2331720"/>
          </a:xfrm>
          <a:prstGeom prst="rect">
            <a:avLst/>
          </a:prstGeom>
          <a:solidFill>
            <a:srgbClr val="6EA765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· BUILD &amp; SECURE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21040" y="2359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A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then audit deps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· implement</a:t>
            </a:r>
            <a:endParaRPr lang="en-US" sz="14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B67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dep-audit: NuGet MCP</a:t>
            </a:r>
            <a:endParaRPr lang="en-US" sz="14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F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reviewer→fixer loop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434840"/>
            <a:ext cx="3630168" cy="457200"/>
          </a:xfrm>
          <a:prstGeom prst="roundRect">
            <a:avLst>
              <a:gd name="adj" fmla="val 10000"/>
            </a:avLst>
          </a:prstGeom>
          <a:solidFill>
            <a:srgbClr val="F5B23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434840"/>
            <a:ext cx="3355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GATE 1 — review spec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297680" y="4434840"/>
            <a:ext cx="3630168" cy="457200"/>
          </a:xfrm>
          <a:prstGeom prst="roundRect">
            <a:avLst>
              <a:gd name="adj" fmla="val 10000"/>
            </a:avLst>
          </a:prstGeom>
          <a:solidFill>
            <a:srgbClr val="F5B231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4434840"/>
            <a:ext cx="3355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GATE 2 — review plan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92440" y="4434840"/>
            <a:ext cx="3630168" cy="457200"/>
          </a:xfrm>
          <a:prstGeom prst="roundRect">
            <a:avLst>
              <a:gd name="adj" fmla="val 10000"/>
            </a:avLst>
          </a:prstGeom>
          <a:solidFill>
            <a:srgbClr val="F5B231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4434840"/>
            <a:ext cx="3355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GATE 3 — sign off → merge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5120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You add exactly two things: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fan-out reviews (Phase 1) and the dep-audit + reviewer→fixer loop (Phase 3). Everything else is stock spec-kit. The 3 orange gates are where you stop and judge — approve to flow on, reject = abort.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2 · STEP 1 · SETUP (MACOS)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NuGet MCP for Copilot — check, install, add, verify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 Check .NET — you need 10.x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1201400" cy="548640"/>
          </a:xfrm>
          <a:prstGeom prst="roundRect">
            <a:avLst>
              <a:gd name="adj" fmla="val 10000"/>
            </a:avLst>
          </a:prstGeom>
          <a:solidFill>
            <a:srgbClr val="1A3D30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792224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--list-sdks        # look for a 10.x line, e.g. 10.0.301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 Install only if missing / wrong version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11201400" cy="841248"/>
          </a:xfrm>
          <a:prstGeom prst="roundRect">
            <a:avLst>
              <a:gd name="adj" fmla="val 6522"/>
            </a:avLst>
          </a:prstGeom>
          <a:solidFill>
            <a:srgbClr val="1A3D30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706624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installer .pkg: dotnet.microsoft.com/download/dotnet/10.0  (pick Arm64 on Apple Silicon)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-sSL https://dot.net/v1/dotnet-install.sh | bash -s -- --channel 10.0   # → installs to ~/.dotnet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4930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 Add the NuGet MCP to Copilot  (DOTNET_ROOT is required — derive it from dnx)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767328"/>
            <a:ext cx="11201400" cy="1024128"/>
          </a:xfrm>
          <a:prstGeom prst="roundRect">
            <a:avLst>
              <a:gd name="adj" fmla="val 5357"/>
            </a:avLst>
          </a:prstGeom>
          <a:solidFill>
            <a:srgbClr val="1A3D30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913632"/>
            <a:ext cx="10835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DNX="$(command -v dnx)"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mcp add nuget --env DOTNET_ROOT="$(dirname "$DNX")"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"$DNX" NuGet.Mcp.Server --source https://api.nuget.org/v3/index.json --yes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864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 Verify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5138928"/>
            <a:ext cx="11201400" cy="777240"/>
          </a:xfrm>
          <a:prstGeom prst="roundRect">
            <a:avLst>
              <a:gd name="adj" fmla="val 7059"/>
            </a:avLst>
          </a:prstGeom>
          <a:solidFill>
            <a:srgbClr val="1A3D3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5285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mcp list          # → nuget (local)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mcp get nuget     # Environment must show DOTNET_ROOT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2 · STEP 1 · SETUP (WINDOWS)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NuGet MCP for Copilot — check, install, add, verify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 Check .NET — you need 10.x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1201400" cy="548640"/>
          </a:xfrm>
          <a:prstGeom prst="roundRect">
            <a:avLst>
              <a:gd name="adj" fmla="val 10000"/>
            </a:avLst>
          </a:prstGeom>
          <a:solidFill>
            <a:srgbClr val="1A3D30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792224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--list-sdks        :: look for a 10.x line, e.g. 10.0.301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 Install only if missing / wrong version  (winget)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11201400" cy="841248"/>
          </a:xfrm>
          <a:prstGeom prst="roundRect">
            <a:avLst>
              <a:gd name="adj" fmla="val 6522"/>
            </a:avLst>
          </a:prstGeom>
          <a:solidFill>
            <a:srgbClr val="1A3D30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706624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Microsoft.DotNet.SDK.10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F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 open a NEW terminal afterwards (PATH refresh), then re-run  dotnet --list-sdks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4930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 Add the NuGet MCP to Copilot  (DOTNET_ROOT derived from dnx)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767328"/>
            <a:ext cx="11201400" cy="841248"/>
          </a:xfrm>
          <a:prstGeom prst="roundRect">
            <a:avLst>
              <a:gd name="adj" fmla="val 6522"/>
            </a:avLst>
          </a:prstGeom>
          <a:solidFill>
            <a:srgbClr val="1A3D30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913632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$dnx = (Get-Command dnx).Source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mcp add nuget --env "DOTNET_ROOT=$(Split-Path $dnx)" -- $dnx NuGet.Mcp.Server --source https://api.nuget.org/v3/index.json --yes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 Verify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983480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1A3D3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5129784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mcp list          :: -&gt; nuget (local)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mcp get nuget     :: Environment must show DOTNET_ROOT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5760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3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DOTNET_ROOT: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subprocess only inherits PATH from Copilot — so it finds dnx, but NOT the .NET runtime unless DOTNET_ROOT points at your .NET folder. Deriving it from dnx is correct for every install. Config file: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67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%USERPROFILE%\.copilot\mcp-config.json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2 · 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agents: a reviewer and a fixer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agents live in  .github/agents/.  You create two: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486400" cy="233172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965960"/>
            <a:ext cx="82296" cy="2331720"/>
          </a:xfrm>
          <a:prstGeom prst="rect">
            <a:avLst/>
          </a:prstGeom>
          <a:solidFill>
            <a:srgbClr val="6EA765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13055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 — speckit.qa-advisor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4688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A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&amp; verifies - never writes code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8952" y="2807208"/>
            <a:ext cx="50292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spec; audits NuGet via MCP.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must list the nuget MCP tools +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task, list_agents, read_agent (to delegate).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file-writing tools -&gt; can't fix itself.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speckit. namespace (needed for command:).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486400" cy="233172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1965960"/>
            <a:ext cx="82296" cy="2331720"/>
          </a:xfrm>
          <a:prstGeom prst="rect">
            <a:avLst/>
          </a:prstGeom>
          <a:solidFill>
            <a:srgbClr val="2B6751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13055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FIXER — developer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24688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A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code - the only writer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73952" y="2807208"/>
            <a:ext cx="50292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fix (edits files, runs build).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tools: restriction -&gt; full toolset.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says 'applies fixes' so the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delegates to it for that intent.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at runtime - no speckit. prefix.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480560"/>
            <a:ext cx="11201400" cy="868680"/>
          </a:xfrm>
          <a:prstGeom prst="roundRect">
            <a:avLst>
              <a:gd name="adj" fmla="val 6316"/>
            </a:avLst>
          </a:prstGeom>
          <a:solidFill>
            <a:srgbClr val="1A3D30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626864"/>
            <a:ext cx="10835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 -p "List the MCP tools from the nuget server." --allow-all-tools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8F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-&gt; nuget-review_supply_chain_security, nuget-fix_vulnerable_packages (and more)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5486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3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the MCP audit: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those nuget tool names in the reviewer's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67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To delegate: add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67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task, list_agents, read_agent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tell it in its instructions to 'delegate the fix to the developer sub-agent'  (task = runSubagent in VS Code Chat).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2 · STEP 3A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anatomy — the step types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is YAML: a header (workflow / requires / inputs) + a list of steps. Every step has a type: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920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05256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FIELDS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11292840" cy="566928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2677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26771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 agent directly via --agent speckit.&lt;name&gt; — leaner, needs the speckit.* namespace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52560" y="22677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command: · input.args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816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81635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the task in text — works with any agent name, but adds a hop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52560" y="281635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11292840" cy="566928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3649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fan-out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336499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→ N branches, one per item in items:  (same agent, args vary by {{ item }})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52560" y="336499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items: · step: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913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fan-in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39136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every fan-out branch and gathers the results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52560" y="391363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wait_for: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425696"/>
            <a:ext cx="11292840" cy="566928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462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4462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gate — pauses the pipeline for a decision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52560" y="44622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message: · options: · on_reject: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5010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68880" y="501091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shell command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52560" y="50109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D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2 · STEP 3B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 the workflow — the shape, then register &amp; run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3611880"/>
          </a:xfrm>
          <a:prstGeom prst="roundRect">
            <a:avLst>
              <a:gd name="adj" fmla="val 1266"/>
            </a:avLst>
          </a:prstGeom>
          <a:solidFill>
            <a:srgbClr val="1A3D30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572768"/>
            <a:ext cx="5303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schema_version: "1.0"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"rbal-secure-feature"   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this id, not the file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"RBAL Secure Feature Pipeline"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speckit_version: "&gt;=0.7.2"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integrations: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any: ["copilot"]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string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required: true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integration: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string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"copilot"        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step inherits this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string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"transfer-service/transfer-service.csproj"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72200" y="1463040"/>
            <a:ext cx="5532120" cy="3611880"/>
          </a:xfrm>
          <a:prstGeom prst="roundRect">
            <a:avLst>
              <a:gd name="adj" fmla="val 1266"/>
            </a:avLst>
          </a:prstGeom>
          <a:solidFill>
            <a:srgbClr val="1A3D30"/>
          </a:solidFill>
          <a:ln/>
        </p:spPr>
      </p:sp>
      <p:sp>
        <p:nvSpPr>
          <p:cNvPr id="7" name="Text 5"/>
          <p:cNvSpPr/>
          <p:nvPr/>
        </p:nvSpPr>
        <p:spPr>
          <a:xfrm>
            <a:off x="6336792" y="1572768"/>
            <a:ext cx="5257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id: specify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speckit.specify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integration: "{{ inputs.integration }}"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args: "{{ inputs.spec }}. Security-aware."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id: reviews     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FAN-OUT (the pattern to copy)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fan-out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"security &amp; data protection"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"edge cases &amp; failure modes"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id: review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command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command: speckit.qa-advisor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integration: "{{ inputs.integration }}"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input: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args: "Review spec.md for the '{{ item }}' angle."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id: gather                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FAN-IN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fan-in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wait_for: [reviews]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now YOU add: gates, plan, analyze,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tasks, implement, dep-audit, sign-off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5120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only — </a:t>
            </a:r>
            <a:pPr indent="0" marL="0">
              <a:buNone/>
            </a:pPr>
            <a:r>
              <a:rPr lang="en-US" sz="115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rest yourself: the 3 gates, plan/analyze, tasks/implement and the dep-audit step. (Full shape = the target slide; field reference = the step-types slide.)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5468112"/>
            <a:ext cx="11201400" cy="658368"/>
          </a:xfrm>
          <a:prstGeom prst="roundRect">
            <a:avLst>
              <a:gd name="adj" fmla="val 8333"/>
            </a:avLst>
          </a:prstGeom>
          <a:solidFill>
            <a:srgbClr val="1A3D30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5614416"/>
            <a:ext cx="1083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specify workflow add rbal-ultimate.yml       # register (file name is free; run by workflow.id)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specify workflow run rbal-secure-feature -i spec="&lt;your feature&gt;"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2 · STEP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it on this feature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201400" cy="178308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54480"/>
            <a:ext cx="82296" cy="1783080"/>
          </a:xfrm>
          <a:prstGeom prst="rect">
            <a:avLst/>
          </a:prstGeom>
          <a:solidFill>
            <a:srgbClr val="6EA765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71907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— OUTBOUND PAYMENT WITH SANCTIONS SCREENING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121408"/>
            <a:ext cx="1074420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sends a payment to an external account. Before settlement it is screened against a sanctions list; a hit puts it on hold for manual review instead of settling. On clear, both balances change atomically. Amounts in minor units. Every decision (cleared, held, rejected) is audit-logged. Insufficient funds and closed accounts are rejected. Cross-currency out of scope.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566160"/>
            <a:ext cx="11201400" cy="1097280"/>
          </a:xfrm>
          <a:prstGeom prst="roundRect">
            <a:avLst>
              <a:gd name="adj" fmla="val 5000"/>
            </a:avLst>
          </a:prstGeom>
          <a:solidFill>
            <a:srgbClr val="1A3D30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3712464"/>
            <a:ext cx="1083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FB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--allow-all-tools already set (Step 0, Windows or mac/Linux). Then:</a:t>
            </a:r>
            <a:endParaRPr lang="en-US" sz="12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specify workflow run rbal-secure-feature -i spec="&lt;feature above&gt;"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800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7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proofs in the log: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5120640"/>
            <a:ext cx="11201400" cy="1005840"/>
          </a:xfrm>
          <a:prstGeom prst="roundRect">
            <a:avLst>
              <a:gd name="adj" fmla="val 5455"/>
            </a:avLst>
          </a:prstGeom>
          <a:solidFill>
            <a:srgbClr val="1A3D30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5266944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speckit.qa-advisor …   ● review_supply_chain_security (MCP: nuget)     ← fan-out + MCP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6F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Developer …   └ Agent started in background                          ← reviewer delegated the fix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2 · DEBRIEF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→ supervisor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182880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45920"/>
            <a:ext cx="82296" cy="1828800"/>
          </a:xfrm>
          <a:prstGeom prst="rect">
            <a:avLst/>
          </a:prstGeom>
          <a:solidFill>
            <a:srgbClr val="6EA765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8105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fan-out / fan-in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212848"/>
            <a:ext cx="50292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→ N branches, gathered by fan-in.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faster — max_concurrency is a no-op;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sequentially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86400" cy="182880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645920"/>
            <a:ext cx="82296" cy="1828800"/>
          </a:xfrm>
          <a:prstGeom prst="rect">
            <a:avLst/>
          </a:prstGeom>
          <a:solidFill>
            <a:srgbClr val="2B6751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18105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vs prompt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73952" y="2212848"/>
            <a:ext cx="50292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= direct --agent select (speckit.*).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= delegate by text, any agent, +hop.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5486400" cy="182880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3611880"/>
            <a:ext cx="82296" cy="1828800"/>
          </a:xfrm>
          <a:prstGeom prst="rect">
            <a:avLst/>
          </a:prstGeom>
          <a:solidFill>
            <a:srgbClr val="F5B231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37764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in the 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8952" y="4178808"/>
            <a:ext cx="50292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— the reviewer carries only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 + task. Only the fixer writes code.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611880"/>
            <a:ext cx="5486400" cy="1828800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3611880"/>
            <a:ext cx="82296" cy="1828800"/>
          </a:xfrm>
          <a:prstGeom prst="rect">
            <a:avLst/>
          </a:prstGeom>
          <a:solidFill>
            <a:srgbClr val="2B6751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37764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remediation loop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4178808"/>
            <a:ext cx="50292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finds &amp; verifies, developer changes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code, the human signs off at the gate.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 the pipeline coordinates.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HUMAN GATES — EXERCISES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327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570BCD9907314BB8007C5227F807C0" ma:contentTypeVersion="9" ma:contentTypeDescription="Create a new document." ma:contentTypeScope="" ma:versionID="c75199a8c0d8208a6f98afacc366a526">
  <xsd:schema xmlns:xsd="http://www.w3.org/2001/XMLSchema" xmlns:xs="http://www.w3.org/2001/XMLSchema" xmlns:p="http://schemas.microsoft.com/office/2006/metadata/properties" xmlns:ns2="890425e7-f97e-4f6a-9f13-8b091139a7ec" targetNamespace="http://schemas.microsoft.com/office/2006/metadata/properties" ma:root="true" ma:fieldsID="25787643b9d05c937774f1f333ce3ff6" ns2:_="">
    <xsd:import namespace="890425e7-f97e-4f6a-9f13-8b091139a7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0425e7-f97e-4f6a-9f13-8b091139a7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2ce1f66-77de-4d42-a714-3e24a7de02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0425e7-f97e-4f6a-9f13-8b091139a7e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1BBEC3D-FDB5-4735-BF31-F8ED99C3F614}"/>
</file>

<file path=customXml/itemProps2.xml><?xml version="1.0" encoding="utf-8"?>
<ds:datastoreItem xmlns:ds="http://schemas.openxmlformats.org/officeDocument/2006/customXml" ds:itemID="{8E6BA460-A6F6-4EDD-9C4D-A0D4780EABF1}"/>
</file>

<file path=customXml/itemProps3.xml><?xml version="1.0" encoding="utf-8"?>
<ds:datastoreItem xmlns:ds="http://schemas.openxmlformats.org/officeDocument/2006/customXml" ds:itemID="{6EA292B0-014F-43A5-A148-D896E0531D0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2026-06-16T07:41:51Z</dcterms:created>
  <dcterms:modified xsi:type="dcterms:W3CDTF">2026-06-16T07:41:51Z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0x01010021570BCD9907314BB8007C5227F807C0</vt:lpwstr>
  </property>
</Properties>
</file>